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8ae2113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8ae2113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8ae21133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8ae21133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8ae21133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8ae21133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8ae21133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8ae21133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8ae21133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8ae21133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/>
              <a:t>Analisi del Rischio Stradale nei Comuni Italiani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113125" y="3718850"/>
            <a:ext cx="3470700" cy="7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Esame Finale Classe 26 - Master Data Analytics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Sara Fiore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Introduzione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it"/>
              <a:t>Il progetto nasce dalla necessità di identificare i comuni italiani con il più alto rischio stradale, utilizzando i dataset ufficiali ISTAT e SITUAS.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it"/>
              <a:t>L’obiettivo era di realizzare un CSV pulito attraverso Python e una dashboard Power BI in grado di: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it"/>
              <a:t>• Analizzare gli incidenti stradali nel tempo;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it"/>
              <a:t>• Calcolare indicatori territoriali;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it"/>
              <a:t>• Effettuare forecast degli anni 2025 e 2026;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it"/>
              <a:t>• Creare visualizzazioni interattive.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Acquisizione e preparazione dei dati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/>
              <a:t>I dati sono stati raccolti tramite API ISTAT e integrati con dataset territoriali SITUAS contenenti informazioni sui comuni italiani e sulla popolazione.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/>
              <a:t>Durante la fase di preparazione dei dati  sono state eseguite: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/>
              <a:t>• Pulizia e standardizzazione dei dati;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/>
              <a:t>• Gestione dei valori mancanti;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/>
              <a:t>• Merge tra dataset differenti;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/>
              <a:t>• Creazione di metriche pro-capite;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/>
              <a:t>• Rimozione degli outlier </a:t>
            </a:r>
            <a:r>
              <a:rPr b="1" lang="it" sz="1200"/>
              <a:t>(*)</a:t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 sz="765"/>
              <a:t>(*) </a:t>
            </a:r>
            <a:r>
              <a:rPr b="1" lang="it" sz="765"/>
              <a:t>L’anno 2020 è stato trattato come outlier a causa dell’anomalo calo degli incidenti durante la pandemia da COVID.</a:t>
            </a:r>
            <a:endParaRPr b="1" sz="76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Analisi Predittiva e Clustering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it" sz="1205"/>
              <a:t>Nel notebook Python sono state sviluppate diverse analisi statistiche e predittive sui dati degli incidenti stradali.</a:t>
            </a:r>
            <a:endParaRPr sz="12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it" sz="1205"/>
              <a:t>Le principali tecniche utilizzate sono:</a:t>
            </a:r>
            <a:endParaRPr sz="12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it" sz="1205"/>
              <a:t>• Regressione lineare per il forecast 2025–2026;</a:t>
            </a:r>
            <a:endParaRPr sz="12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it" sz="1205"/>
              <a:t>• Clustering dei comuni in base al livello di rischio;</a:t>
            </a:r>
            <a:endParaRPr sz="12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it" sz="1205"/>
              <a:t>• Analisi del delta tra forecast e media storica.</a:t>
            </a:r>
            <a:endParaRPr sz="12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2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it" sz="1205"/>
              <a:t>Queste analisi hanno permesso di identificare trend territoriali e comuni con rischio in crescita o in diminuzione.</a:t>
            </a:r>
            <a:endParaRPr sz="120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Dashboard Interattiva Power BI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it"/>
              <a:t>La dashboard finale è stata sviluppata in Power BI per consentire un’esplorazione interattiva dei dati e dei risultati ottenuti nel notebook.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it"/>
              <a:t>La dashboard include: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it"/>
              <a:t>• KPI generali sugli incidenti;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it"/>
              <a:t>• Trend temporali storici e forecast;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it"/>
              <a:t>• Analisi territoriale dei comuni;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it"/>
              <a:t>• Clustering del rischio.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Per alcune trasformazioni dei dati sono stati utilizzati anche strumenti Power Query.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Conclusioni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Il progetto ha permesso di costruire un sistema completo di analisi del rischio stradale basato sui dati ufficiali ISTAT e SITUAS, integrando attività di preparazione dati, analisi statistica e visualizzazione interattiva.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200"/>
              <a:t>L’utilizzo combinato di Python e Power BI ha reso possibile l’identificazione dei comuni più critici, l’analisi dei trend storici e la realizzazione di modelli previsionali per il 2025 e 2026.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200"/>
              <a:t>Una parte centrale del lavoro è stata la gestione e l’interpretazione dei dati, in particolare durante le fasi di pulizia, integrazione delle fonti e individuazione degli outlier.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200"/>
              <a:t>Il risultato finale è una dashboard interattiva pensata per supportare l’analisi territoriale e facilitare la lettura dei principali indicatori di rischio stradale.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